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A0BDF-8594-451C-8843-0C8B3334B541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19F56-5D64-4F17-B9F6-89CA836FAB2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minimum-time-to-eat-all-grain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hlinkClick r:id="rId2"/>
              </a:rPr>
              <a:t/>
            </a:r>
            <a:br>
              <a:rPr lang="en-US" b="1" dirty="0" smtClean="0">
                <a:hlinkClick r:id="rId2"/>
              </a:rPr>
            </a:br>
            <a:r>
              <a:rPr lang="en-US" b="1" dirty="0" smtClean="0">
                <a:hlinkClick r:id="rId2"/>
              </a:rPr>
              <a:t>2604</a:t>
            </a:r>
            <a:r>
              <a:rPr lang="en-US" b="1" dirty="0">
                <a:hlinkClick r:id="rId2"/>
              </a:rPr>
              <a:t>. Minimum Time to Eat All Grains</a:t>
            </a: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 n hens and m grains on a line. You are given the initial positions of the hens and the grains in two integer arrays hens and grains of size n and m respectively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Any hen can eat a grain if they are on the same position. The time taken for this is negligible. One hen can also eat multiple grains.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1 second, a hen can move right or left by 1 unit. The hens can move simultaneously and independently of each other.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5483245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Input: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hens = [3,6,7], grains = [2,4,7,9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Output: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Explanation: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One of the ways hens eat all grains in 2 seconds is described below: -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first hen eats the grain at position 2 in 1 second.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second hen eats the grain at position 4 in 2 seconds. 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third hen eats the grains at positions 7 and 9 in 2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seconds. 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So, the maximum time needed is 2. It can be proven that the hens cannot eat all grains before 2 seconds.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Input: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hens = [4,6,109,111,213,215], grains = [5,110,214] 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Output: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</a:t>
            </a:r>
          </a:p>
          <a:p>
            <a:pPr algn="just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Explanation: One of the ways hens eat all grains in 1 second is described below: - </a:t>
            </a:r>
          </a:p>
          <a:p>
            <a:pPr algn="just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first hen eats the grain at position 5 in 1 second. The fourth hen eats the grain at position 110 in 1 second. </a:t>
            </a:r>
          </a:p>
          <a:p>
            <a:pPr algn="just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sixth hen eats the grain at position 214 in 1 second. </a:t>
            </a:r>
          </a:p>
          <a:p>
            <a:pPr algn="just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other hens do not move.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So, the maximum time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needed is 1.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189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 2604. Minimum Time to Eat All Grains  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 sugnan</dc:creator>
  <cp:lastModifiedBy>m sugnan</cp:lastModifiedBy>
  <cp:revision>4</cp:revision>
  <dcterms:created xsi:type="dcterms:W3CDTF">2024-12-09T03:47:29Z</dcterms:created>
  <dcterms:modified xsi:type="dcterms:W3CDTF">2024-12-09T04:03:45Z</dcterms:modified>
</cp:coreProperties>
</file>